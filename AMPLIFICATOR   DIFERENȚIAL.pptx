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61" r:id="rId6"/>
    <p:sldId id="259" r:id="rId7"/>
    <p:sldId id="266" r:id="rId8"/>
    <p:sldId id="267" r:id="rId9"/>
    <p:sldId id="268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E28B627-73DE-4AA8-8C9C-48C4AB697404}" type="datetimeFigureOut">
              <a:rPr lang="en-US" smtClean="0"/>
              <a:t>1/6/2023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99113DF-4520-41C6-80FE-3E6F7A80B30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43380"/>
            <a:ext cx="8305800" cy="1500198"/>
          </a:xfrm>
        </p:spPr>
        <p:txBody>
          <a:bodyPr/>
          <a:lstStyle/>
          <a:p>
            <a:r>
              <a:rPr lang="ro-RO" sz="2800" dirty="0" smtClean="0">
                <a:solidFill>
                  <a:schemeClr val="bg1"/>
                </a:solidFill>
                <a:latin typeface="Algerian" pitchFamily="82" charset="0"/>
              </a:rPr>
              <a:t>BALUSA   ADRIAN   ALEXANDRU</a:t>
            </a:r>
          </a:p>
          <a:p>
            <a:r>
              <a:rPr lang="ro-RO" sz="2400" dirty="0" smtClean="0">
                <a:solidFill>
                  <a:schemeClr val="bg1"/>
                </a:solidFill>
                <a:latin typeface="Cambria" pitchFamily="18" charset="0"/>
              </a:rPr>
              <a:t>Grupa   2123</a:t>
            </a:r>
          </a:p>
          <a:p>
            <a:r>
              <a:rPr lang="ro-RO" sz="2400" dirty="0" smtClean="0">
                <a:solidFill>
                  <a:schemeClr val="bg1"/>
                </a:solidFill>
                <a:latin typeface="Cambria" pitchFamily="18" charset="0"/>
              </a:rPr>
              <a:t>Seria   A</a:t>
            </a:r>
          </a:p>
          <a:p>
            <a:endParaRPr lang="ro-RO" sz="2800" dirty="0" smtClean="0">
              <a:solidFill>
                <a:schemeClr val="bg1"/>
              </a:solidFill>
              <a:latin typeface="Algerian" pitchFamily="82" charset="0"/>
            </a:endParaRP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smtClean="0">
                <a:solidFill>
                  <a:srgbClr val="FFFF00"/>
                </a:solidFill>
                <a:latin typeface="Algerian" pitchFamily="82" charset="0"/>
              </a:rPr>
              <a:t>AMPLIFICATOR   DIFER</a:t>
            </a:r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E</a:t>
            </a:r>
            <a:r>
              <a:rPr sz="6000" smtClean="0">
                <a:solidFill>
                  <a:srgbClr val="FFFF00"/>
                </a:solidFill>
                <a:latin typeface="Algerian" pitchFamily="82" charset="0"/>
              </a:rPr>
              <a:t>N</a:t>
            </a:r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Ț</a:t>
            </a:r>
            <a:r>
              <a:rPr sz="6000" smtClean="0">
                <a:solidFill>
                  <a:srgbClr val="FFFF00"/>
                </a:solidFill>
                <a:latin typeface="Algerian" pitchFamily="82" charset="0"/>
              </a:rPr>
              <a:t>IAL</a:t>
            </a:r>
            <a:endParaRPr lang="en-US" sz="60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ndicam 2023-01-06 19-55-16-89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0"/>
            <a:ext cx="7315200" cy="457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COD   MATLAB   ONLINE</a:t>
            </a:r>
            <a:endParaRPr lang="en-US" sz="60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ndicam 2023-01-06 19-56-40-05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0"/>
            <a:ext cx="7315200" cy="457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PAGINA   PRINCIPALĂ</a:t>
            </a:r>
            <a:endParaRPr lang="en-US" sz="60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INTERFAȚA</a:t>
            </a:r>
            <a:endParaRPr lang="en-US" sz="6000" dirty="0">
              <a:solidFill>
                <a:srgbClr val="FFFF00"/>
              </a:solidFill>
              <a:latin typeface="Algerian" pitchFamily="82" charset="0"/>
            </a:endParaRPr>
          </a:p>
        </p:txBody>
      </p:sp>
      <p:pic>
        <p:nvPicPr>
          <p:cNvPr id="6" name="Content Placeholder 5" descr="bandicam 2023-01-06 21-15-12-77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0"/>
            <a:ext cx="7315200" cy="457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rmAutofit/>
          </a:bodyPr>
          <a:lstStyle/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Meniu de link-uri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’’OTHER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’’: bibliografie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quit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Schema elctrică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amplificator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af-ZA" dirty="0" smtClean="0">
                <a:latin typeface="Times New Roman" pitchFamily="18" charset="0"/>
                <a:cs typeface="Times New Roman" pitchFamily="18" charset="0"/>
              </a:rPr>
              <a:t>diferen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țial</a:t>
            </a: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Butoane de tip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’’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EDIT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’’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(A1, A2, f, N, R1, R2, R3, R4, Vplus, Vminus, titlul)</a:t>
            </a: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Butoane de tip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’’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POPUP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MENU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’’  (VI1, VI2)</a:t>
            </a:r>
            <a:endParaRPr lang="ro-RO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Calcul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(Av1, Av2)</a:t>
            </a:r>
            <a:endParaRPr lang="ro-RO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Chenar informații teoretice principale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(PANEL)</a:t>
            </a:r>
            <a:endParaRPr lang="ro-RO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Grafice pentru semnale de intrare și semnal de ieșire</a:t>
            </a:r>
          </a:p>
          <a:p>
            <a:r>
              <a:rPr lang="ro-RO" dirty="0" smtClean="0">
                <a:latin typeface="Times New Roman" pitchFamily="18" charset="0"/>
                <a:cs typeface="Times New Roman" pitchFamily="18" charset="0"/>
              </a:rPr>
              <a:t>Butoane de tip PUSHBUTTON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(CLOSE/RESET, MENIU)</a:t>
            </a:r>
            <a:endParaRPr lang="ro-RO" dirty="0" smtClean="0">
              <a:latin typeface="Times New Roman" pitchFamily="18" charset="0"/>
              <a:cs typeface="Times New Roman" pitchFamily="18" charset="0"/>
            </a:endParaRPr>
          </a:p>
          <a:p>
            <a:endParaRPr lang="ro-RO" dirty="0" smtClean="0"/>
          </a:p>
          <a:p>
            <a:endParaRPr lang="ro-RO" dirty="0" smtClean="0"/>
          </a:p>
          <a:p>
            <a:endParaRPr lang="ro-RO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o-RO" sz="5400" dirty="0" smtClean="0">
                <a:solidFill>
                  <a:srgbClr val="FFFF00"/>
                </a:solidFill>
                <a:latin typeface="Algerian" pitchFamily="82" charset="0"/>
              </a:rPr>
              <a:t>INFORMAȚII – INTERFAȚĂ</a:t>
            </a:r>
            <a:endParaRPr lang="en-US" sz="54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andicam 2023-01-06 19-57-19-27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0"/>
            <a:ext cx="7315200" cy="457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CIRCUIT</a:t>
            </a:r>
            <a:endParaRPr lang="en-US" sz="60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4000" dirty="0" smtClean="0">
                <a:solidFill>
                  <a:srgbClr val="FFFF00"/>
                </a:solidFill>
                <a:latin typeface="Algerian" pitchFamily="82" charset="0"/>
              </a:rPr>
              <a:t>PUSHBUTTON  &amp;  TEXT  AND  EDIT</a:t>
            </a:r>
            <a:endParaRPr lang="en-US" sz="4000" dirty="0">
              <a:solidFill>
                <a:srgbClr val="FFFF00"/>
              </a:solidFill>
              <a:latin typeface="Algerian" pitchFamily="82" charset="0"/>
            </a:endParaRPr>
          </a:p>
        </p:txBody>
      </p:sp>
      <p:pic>
        <p:nvPicPr>
          <p:cNvPr id="5" name="Content Placeholder 4" descr="bandicam 2023-01-06 21-45-00-166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541488"/>
            <a:ext cx="4059238" cy="2537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Content Placeholder 5" descr="bandicam 2023-01-06 21-45-52-961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41488"/>
            <a:ext cx="4059238" cy="2537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o-RO" sz="5400" dirty="0" smtClean="0">
                <a:solidFill>
                  <a:srgbClr val="FFFF00"/>
                </a:solidFill>
                <a:latin typeface="Algerian" pitchFamily="82" charset="0"/>
              </a:rPr>
              <a:t>POPMENU  &amp;  MENIU  QUIT</a:t>
            </a:r>
            <a:endParaRPr lang="en-US" sz="5400" dirty="0">
              <a:solidFill>
                <a:srgbClr val="FFFF00"/>
              </a:solidFill>
              <a:latin typeface="Algerian" pitchFamily="82" charset="0"/>
            </a:endParaRPr>
          </a:p>
        </p:txBody>
      </p:sp>
      <p:pic>
        <p:nvPicPr>
          <p:cNvPr id="5" name="Content Placeholder 4" descr="bandicam 2023-01-06 21-46-21-302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541488"/>
            <a:ext cx="4059238" cy="2537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Content Placeholder 5" descr="bandicam 2023-01-06 21-45-47-706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41488"/>
            <a:ext cx="4059238" cy="2537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o-RO" dirty="0" smtClean="0">
                <a:solidFill>
                  <a:srgbClr val="FFFF00"/>
                </a:solidFill>
                <a:latin typeface="Algerian" pitchFamily="82" charset="0"/>
              </a:rPr>
              <a:t>PANEL  TEORIE  &amp;  FUNCȚIE  CIRCUIT</a:t>
            </a:r>
            <a:endParaRPr lang="en-US" dirty="0">
              <a:solidFill>
                <a:srgbClr val="FFFF00"/>
              </a:solidFill>
              <a:latin typeface="Algerian" pitchFamily="82" charset="0"/>
            </a:endParaRPr>
          </a:p>
        </p:txBody>
      </p:sp>
      <p:pic>
        <p:nvPicPr>
          <p:cNvPr id="5" name="Content Placeholder 4" descr="bandicam 2023-01-06 21-46-34-710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541488"/>
            <a:ext cx="4059238" cy="2537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Content Placeholder 5" descr="bandicam 2023-01-06 21-46-43-321.jpg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41488"/>
            <a:ext cx="4059238" cy="25370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slow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sz="6000" dirty="0" smtClean="0">
                <a:solidFill>
                  <a:schemeClr val="bg1"/>
                </a:solidFill>
                <a:latin typeface="Algerian" pitchFamily="82" charset="0"/>
              </a:rPr>
              <a:t>TOATE   CELE   BUNE!</a:t>
            </a:r>
            <a:endParaRPr lang="en-US" sz="6000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smtClean="0">
                <a:solidFill>
                  <a:srgbClr val="FFFF00"/>
                </a:solidFill>
                <a:latin typeface="Algerian" pitchFamily="82" charset="0"/>
              </a:rPr>
              <a:t>SPER   C</a:t>
            </a:r>
            <a:r>
              <a:rPr lang="ro-RO" sz="6000" dirty="0" smtClean="0">
                <a:solidFill>
                  <a:srgbClr val="FFFF00"/>
                </a:solidFill>
                <a:latin typeface="Algerian" pitchFamily="82" charset="0"/>
              </a:rPr>
              <a:t>Ă   V-A   PLĂCUT!</a:t>
            </a:r>
            <a:endParaRPr lang="en-US" sz="60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 spd="slow">
    <p:dissolve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80</TotalTime>
  <Words>140</Words>
  <Application>Microsoft Office PowerPoint</Application>
  <PresentationFormat>On-screen Show (4:3)</PresentationFormat>
  <Paragraphs>24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Paper</vt:lpstr>
      <vt:lpstr>AMPLIFICATOR   DIFERENȚIAL</vt:lpstr>
      <vt:lpstr>COD   MATLAB   ONLINE</vt:lpstr>
      <vt:lpstr>PAGINA   PRINCIPALĂ</vt:lpstr>
      <vt:lpstr>INTERFAȚA</vt:lpstr>
      <vt:lpstr>INFORMAȚII – INTERFAȚĂ</vt:lpstr>
      <vt:lpstr>CIRCUIT</vt:lpstr>
      <vt:lpstr>PUSHBUTTON  &amp;  TEXT  AND  EDIT</vt:lpstr>
      <vt:lpstr>POPMENU  &amp;  MENIU  QUIT</vt:lpstr>
      <vt:lpstr>PANEL  TEORIE  &amp;  FUNCȚIE  CIRCUIT</vt:lpstr>
      <vt:lpstr>SPER   CĂ   V-A   PLĂCUT!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AMPLIFICATOR   DIFERENȚIAL</dc:title>
  <dc:creator>Admin</dc:creator>
  <cp:lastModifiedBy>Admin</cp:lastModifiedBy>
  <cp:revision>9</cp:revision>
  <dcterms:created xsi:type="dcterms:W3CDTF">2023-01-06T18:33:08Z</dcterms:created>
  <dcterms:modified xsi:type="dcterms:W3CDTF">2023-01-06T19:53:48Z</dcterms:modified>
</cp:coreProperties>
</file>